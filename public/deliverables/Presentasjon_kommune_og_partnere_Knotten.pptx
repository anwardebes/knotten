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058400" cy="5660136"/>
  <p:notesSz cx="5660136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Knotten ved Sniksfjorden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F2"/>
                </a:solidFill>
              </a:rPr>
              <a:t>Energismart boligomrade pa Rodberg, Lindesnes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F2"/>
                </a:solidFill>
              </a:rPr>
              <a:t>Presentasjon for kommune og partnere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E6EEF2"/>
                </a:solidFill>
              </a:rPr>
              <a:t>Alle tall er indikative (juni 2026)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6"/>
                </a:solidFill>
              </a:rPr>
              <a:t>Ambisjon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Nasjonalt referanseprosjekt for energismarte, robuste boliger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Planlagt fra forste spadetak: energi, infrastruktur og regulering sammen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6"/>
                </a:solidFill>
              </a:rPr>
              <a:t>Energikonsept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Passivhusniva: om lag 15 kWh/m2 per ar (netto oppvarming, NS 3700-niva)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Sol: om lag 1000 til 1020 kWh per kWp per ar (PVGIS, sorvendt)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Lagring og delt energibase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Energideling og plusskunde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6"/>
                </a:solidFill>
              </a:rPr>
              <a:t>Robusthet og pris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Rodberg ligger i prisomrade NO2, historisk blant Norges hoyeste og mest volatile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Mindre eksponert via sol, batteri og deling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Backup ved strombrudd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6"/>
                </a:solidFill>
              </a:rPr>
              <a:t>Veien videre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For regulering og salgsstart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Innspill til reguleringsplan klare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Antall tomter og priser oppgis nar reguleringen er klar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236"/>
                </a:solidFill>
              </a:rPr>
              <a:t>Forbehold og kilder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8778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Forbehold: Alle tall er indikative estimater (per juni 2026) og krever profesjonell verifikasjon. Antall tomter, priser, storrelser og fremdrift oppgis nar reguleringen er klar. Dette er ikke et tilbud.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3A5E"/>
                </a:solidFill>
              </a:rPr>
              <a:t>Kilder: PVGIS, SSB, NVE, regjeringen.no, Kartverket, NS 3700/3720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2026-06-20T19:28:57Z</dcterms:created>
  <dcterms:modified xsi:type="dcterms:W3CDTF">2026-06-20T19:28:57Z</dcterms:modified>
</cp:coreProperties>
</file>